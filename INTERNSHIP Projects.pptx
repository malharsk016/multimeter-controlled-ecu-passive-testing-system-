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4" r:id="rId6"/>
    <p:sldId id="307" r:id="rId7"/>
    <p:sldId id="324" r:id="rId8"/>
    <p:sldId id="281" r:id="rId9"/>
    <p:sldId id="282" r:id="rId10"/>
    <p:sldId id="314" r:id="rId11"/>
    <p:sldId id="325" r:id="rId12"/>
    <p:sldId id="318" r:id="rId13"/>
    <p:sldId id="327" r:id="rId14"/>
    <p:sldId id="328" r:id="rId15"/>
    <p:sldId id="321" r:id="rId16"/>
    <p:sldId id="322" r:id="rId17"/>
    <p:sldId id="297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7" d="100"/>
          <a:sy n="77" d="100"/>
        </p:scale>
        <p:origin x="912" y="5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0AB-DC6E-9D82-B696-F904FC1C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9DFA5-A242-494D-7571-2FD51E90F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A0F35-16CC-D7B8-3759-285C27E78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614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F50B9-CD7A-D1C5-0E73-EBDF71D5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A54A2-C7E3-36E1-62B6-4AB87DF83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1CC98-9C7D-5486-83C1-516FF9A5D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827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66172-6EE5-2527-4E4D-39D1034F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10D71-F993-A0A5-CD5D-6D5282612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3F5F0-3850-4D56-9B71-80DF025A1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360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531931"/>
            <a:ext cx="6392421" cy="3831221"/>
          </a:xfrm>
        </p:spPr>
        <p:txBody>
          <a:bodyPr anchor="ctr"/>
          <a:lstStyle/>
          <a:p>
            <a:r>
              <a:rPr lang="en-US" dirty="0"/>
              <a:t>INTERNSHIP </a:t>
            </a:r>
            <a:br>
              <a:rPr lang="en-US" dirty="0"/>
            </a:br>
            <a:r>
              <a:rPr lang="en-US" dirty="0"/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31" y="981071"/>
            <a:ext cx="6583680" cy="598009"/>
          </a:xfrm>
        </p:spPr>
        <p:txBody>
          <a:bodyPr/>
          <a:lstStyle/>
          <a:p>
            <a:r>
              <a:rPr lang="en-US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31" y="1730465"/>
            <a:ext cx="6583680" cy="424295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Automated inventory Shelf Tracking System (QZ Lab)</a:t>
            </a:r>
          </a:p>
          <a:p>
            <a:r>
              <a:rPr lang="en-US" sz="2000" dirty="0"/>
              <a:t>Smart Shelf Based Inventory Monitoring System (Warranty Lab)</a:t>
            </a:r>
          </a:p>
          <a:p>
            <a:r>
              <a:rPr lang="en-US" sz="2000" dirty="0"/>
              <a:t>Development of UBAT Interface and Alternate Chamber Contact (QZ Lab) </a:t>
            </a:r>
          </a:p>
          <a:p>
            <a:r>
              <a:rPr lang="en-US" sz="2000" dirty="0"/>
              <a:t>Digital Spare Part Inventory Management System (Warranty Lab &amp; QZ Lab)</a:t>
            </a:r>
          </a:p>
          <a:p>
            <a:r>
              <a:rPr lang="en-US" sz="2000" dirty="0"/>
              <a:t>Customer Scorecard Dashboard (CS Team)</a:t>
            </a:r>
          </a:p>
          <a:p>
            <a:r>
              <a:rPr lang="en-US" sz="2000" dirty="0"/>
              <a:t>Multimeter-Controlled ECU Passive Testing System (Warranty Lab)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sz="3600" dirty="0"/>
              <a:t>Automated inventory Shelf Tracking System </a:t>
            </a:r>
            <a:br>
              <a:rPr lang="en-US" sz="3600" dirty="0"/>
            </a:br>
            <a:r>
              <a:rPr lang="en-US" sz="3600" dirty="0"/>
              <a:t>                &amp;</a:t>
            </a:r>
            <a:br>
              <a:rPr lang="en-US" sz="3600" dirty="0"/>
            </a:br>
            <a:r>
              <a:rPr lang="en-US" sz="3600" dirty="0"/>
              <a:t>Smart Shelf Based Inventory Monitoring System </a:t>
            </a:r>
          </a:p>
        </p:txBody>
      </p:sp>
      <p:pic>
        <p:nvPicPr>
          <p:cNvPr id="1026" name="Picture 2" descr="Six Shelves MS Heavy Duty Storage Rack">
            <a:extLst>
              <a:ext uri="{FF2B5EF4-FFF2-40B4-BE49-F238E27FC236}">
                <a16:creationId xmlns:a16="http://schemas.microsoft.com/office/drawing/2014/main" id="{EE343AE3-2671-9420-0B1C-209BE7FA33EB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9" r="1583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A95D6-7E74-541A-9D7B-399E25293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EE90D8A-B2AA-9CB3-A54F-ED754D8AF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52032"/>
              </p:ext>
            </p:extLst>
          </p:nvPr>
        </p:nvGraphicFramePr>
        <p:xfrm>
          <a:off x="2072302" y="928688"/>
          <a:ext cx="7467750" cy="4468170"/>
        </p:xfrm>
        <a:graphic>
          <a:graphicData uri="http://schemas.openxmlformats.org/drawingml/2006/table">
            <a:tbl>
              <a:tblPr/>
              <a:tblGrid>
                <a:gridCol w="2489250">
                  <a:extLst>
                    <a:ext uri="{9D8B030D-6E8A-4147-A177-3AD203B41FA5}">
                      <a16:colId xmlns:a16="http://schemas.microsoft.com/office/drawing/2014/main" val="1357819810"/>
                    </a:ext>
                  </a:extLst>
                </a:gridCol>
                <a:gridCol w="2489250">
                  <a:extLst>
                    <a:ext uri="{9D8B030D-6E8A-4147-A177-3AD203B41FA5}">
                      <a16:colId xmlns:a16="http://schemas.microsoft.com/office/drawing/2014/main" val="323057046"/>
                    </a:ext>
                  </a:extLst>
                </a:gridCol>
                <a:gridCol w="2489250">
                  <a:extLst>
                    <a:ext uri="{9D8B030D-6E8A-4147-A177-3AD203B41FA5}">
                      <a16:colId xmlns:a16="http://schemas.microsoft.com/office/drawing/2014/main" val="73782707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Feature / Aspect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Old Traditional System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New Shelf Management System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41862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Tracking Method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Manual (writing boards, notes)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Digital (web-based inventory system)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46267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Accessibility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Limited to physical location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Accessible anytime via website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030954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Accuracy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Prone to human error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High accuracy with real-time updates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596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Update Speed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Slow and manual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Instant and automated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19708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Searchability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Requires manual searching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Instant search by shelf ID, item, or category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79273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Data Storage &amp; History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 data backup or historical logs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Maintains logs and history of all changes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372825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User Experience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Inconvenient and outdated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User-friendly dashboard and interface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892285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Efficiency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Time-consuming sample tracking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Streamlined operations and improved productivity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29993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Scalability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Difficult to scale with more items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Easily scalable for more shelves and items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575819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 algn="ctr"/>
                      <a:r>
                        <a:rPr lang="en-IN" sz="1300" b="1"/>
                        <a:t>Reporting &amp; Insights</a:t>
                      </a:r>
                      <a:endParaRPr lang="en-IN" sz="13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/>
                        <a:t>Not available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Real-time reports and insights available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067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943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181486"/>
            <a:ext cx="5883965" cy="2495028"/>
          </a:xfrm>
        </p:spPr>
        <p:txBody>
          <a:bodyPr/>
          <a:lstStyle/>
          <a:p>
            <a:r>
              <a:rPr lang="en-US" sz="3600" dirty="0"/>
              <a:t>Development of UBAT Interface and Alternate Chamber Contact</a:t>
            </a:r>
          </a:p>
        </p:txBody>
      </p:sp>
      <p:pic>
        <p:nvPicPr>
          <p:cNvPr id="3074" name="Picture 2" descr="COUGAR GEX X2 - ATX3.1 Fully Modular Power Supply - COUGAR">
            <a:extLst>
              <a:ext uri="{FF2B5EF4-FFF2-40B4-BE49-F238E27FC236}">
                <a16:creationId xmlns:a16="http://schemas.microsoft.com/office/drawing/2014/main" id="{64395914-EC40-E0A3-1E6E-818066E87118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4" r="1596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C63A26-F4BC-336F-5934-16B609427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661492"/>
              </p:ext>
            </p:extLst>
          </p:nvPr>
        </p:nvGraphicFramePr>
        <p:xfrm>
          <a:off x="3906079" y="883724"/>
          <a:ext cx="7519947" cy="5075456"/>
        </p:xfrm>
        <a:graphic>
          <a:graphicData uri="http://schemas.openxmlformats.org/drawingml/2006/table">
            <a:tbl>
              <a:tblPr/>
              <a:tblGrid>
                <a:gridCol w="2506649">
                  <a:extLst>
                    <a:ext uri="{9D8B030D-6E8A-4147-A177-3AD203B41FA5}">
                      <a16:colId xmlns:a16="http://schemas.microsoft.com/office/drawing/2014/main" val="1718628827"/>
                    </a:ext>
                  </a:extLst>
                </a:gridCol>
                <a:gridCol w="2506649">
                  <a:extLst>
                    <a:ext uri="{9D8B030D-6E8A-4147-A177-3AD203B41FA5}">
                      <a16:colId xmlns:a16="http://schemas.microsoft.com/office/drawing/2014/main" val="224456685"/>
                    </a:ext>
                  </a:extLst>
                </a:gridCol>
                <a:gridCol w="2506649">
                  <a:extLst>
                    <a:ext uri="{9D8B030D-6E8A-4147-A177-3AD203B41FA5}">
                      <a16:colId xmlns:a16="http://schemas.microsoft.com/office/drawing/2014/main" val="378266307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Feature / Aspect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T15</a:t>
                      </a:r>
                      <a:endParaRPr lang="en-IN" sz="12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Chamber Contact</a:t>
                      </a:r>
                      <a:endParaRPr lang="en-IN" sz="12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215820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Definition</a:t>
                      </a:r>
                      <a:endParaRPr lang="en-IN" sz="12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 switched power line (typically +12V) that is only active when the ignition or master switch is ON.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 physical switch/contact usually triggered by the position/state of a door, cover, or enclosure.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255544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Primary Function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Acts as a system-wide signal for “ignition ON” or “system active” status.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Acts as a </a:t>
                      </a:r>
                      <a:r>
                        <a:rPr lang="en-US" sz="1200" b="1" dirty="0"/>
                        <a:t>state detector</a:t>
                      </a:r>
                      <a:r>
                        <a:rPr lang="en-US" sz="1200" dirty="0"/>
                        <a:t> (e.g., door open/closed) or a manual trigger for internal override.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881381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Typical Use Case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Enable systems only when ignition is ON (e.g., relays, controllers, or timer circuits).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Detect if a chamber (door/cover) is closed, or allow a user to operate a switch from inside.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477585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Trigger Mechanism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Voltage-based (e.g., 12V when ignition ON).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Mechanical contact or push-switch.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202711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Integration Level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Often hardwired into the vehicle or device's electrical system.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Usually mounted on physical components (doors, covers, etc.).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580334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Manual Control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No direct user interface — passive signal.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Often user-accessible (e.g., inside pushbutton).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32378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Safety Role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Prevents system operation when ignition is OFF.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Ensures physical access control or allows safe internal override.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209180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Failsafe Behavior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Depends on upstream fuse/relay.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Often designed to default to a known state (e.g., open = system off).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92308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Common Applications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Relay enable, power gating, ECU activation.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Safety interlocks, internal emergency release, position sensing.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171286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Voltage Type</a:t>
                      </a:r>
                      <a:endParaRPr lang="en-IN" sz="12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Electrical signal (12V typically).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Contact closure (usually logic-level or grounded).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96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296" y="2554357"/>
            <a:ext cx="7043617" cy="1758629"/>
          </a:xfrm>
        </p:spPr>
        <p:txBody>
          <a:bodyPr/>
          <a:lstStyle/>
          <a:p>
            <a:r>
              <a:rPr lang="en-US" sz="3600" dirty="0"/>
              <a:t>Digital Spare Part Inventory Management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D483-07D3-3630-1D7F-A205C08B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90358C2-E08D-8978-8422-7C80B6830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88704" y="126480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9804D0-3272-8C18-A6F4-609AD9A82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54732"/>
              </p:ext>
            </p:extLst>
          </p:nvPr>
        </p:nvGraphicFramePr>
        <p:xfrm>
          <a:off x="4727329" y="268949"/>
          <a:ext cx="6484011" cy="5742268"/>
        </p:xfrm>
        <a:graphic>
          <a:graphicData uri="http://schemas.openxmlformats.org/drawingml/2006/table">
            <a:tbl>
              <a:tblPr/>
              <a:tblGrid>
                <a:gridCol w="2161337">
                  <a:extLst>
                    <a:ext uri="{9D8B030D-6E8A-4147-A177-3AD203B41FA5}">
                      <a16:colId xmlns:a16="http://schemas.microsoft.com/office/drawing/2014/main" val="1646409336"/>
                    </a:ext>
                  </a:extLst>
                </a:gridCol>
                <a:gridCol w="2161337">
                  <a:extLst>
                    <a:ext uri="{9D8B030D-6E8A-4147-A177-3AD203B41FA5}">
                      <a16:colId xmlns:a16="http://schemas.microsoft.com/office/drawing/2014/main" val="1366282882"/>
                    </a:ext>
                  </a:extLst>
                </a:gridCol>
                <a:gridCol w="2161337">
                  <a:extLst>
                    <a:ext uri="{9D8B030D-6E8A-4147-A177-3AD203B41FA5}">
                      <a16:colId xmlns:a16="http://schemas.microsoft.com/office/drawing/2014/main" val="2039501052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Feature / Aspect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Old Traditional System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New Spare Part Management System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92280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Tracking Method</a:t>
                      </a:r>
                      <a:endParaRPr lang="en-IN" sz="1200" dirty="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Manual logs, paper registers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Digital (Power Apps / Web-based inventory system)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17995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Accessibility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Restricted to physical location and person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Accessible from mobile, desktop, or cloud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83995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Accuracy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Error-prone due to manual entry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High accuracy with input validation and automation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590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Update Speed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Delayed updates; batch entry at end of day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Real-time updates as transactions occur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01815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Searchability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Hard to find parts or status quickly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Instant search with filters by ID, name, location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53586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Inventory Visibility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Lack of overall picture on stock levels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Clear dashboard with stock status and alerts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84633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Stock Alerts / Notifications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Not available or delayed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Automatic low-stock or reorder notifications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46059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User Experience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Paper-heavy, time-consuming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Intuitive interface with dropdowns and checkboxes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71143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Efficiency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Manual errors, time lost in locating parts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Faster issue resolution and fewer missing items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65659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Reporting &amp; Analytics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 historical trends or insights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Downloadable reports, charts, usage trends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0795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Spare Part Lifecycle Tracking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Not tracked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Tracks issue date, user, return, or disposal info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420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Security &amp; Access Control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Anyone with logbook can make changes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Role-based access (Admin, Technician, Viewer)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2368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Scalability</a:t>
                      </a:r>
                      <a:endParaRPr lang="en-IN" sz="1200"/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Not scalable for growing inventory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Easily handles large number of parts and users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769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95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835" y="1971673"/>
            <a:ext cx="8527774" cy="1258543"/>
          </a:xfrm>
        </p:spPr>
        <p:txBody>
          <a:bodyPr/>
          <a:lstStyle/>
          <a:p>
            <a:r>
              <a:rPr lang="en-US" sz="3600" dirty="0"/>
              <a:t>Customer Scorecard 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176" name="Picture 8" descr="Customer Journey Dashboard: What is it, Benefits and Key Components |  QuestionPro">
            <a:extLst>
              <a:ext uri="{FF2B5EF4-FFF2-40B4-BE49-F238E27FC236}">
                <a16:creationId xmlns:a16="http://schemas.microsoft.com/office/drawing/2014/main" id="{10C2376B-DD6A-48E0-165C-EDCEA82353BB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2" r="5672"/>
          <a:stretch>
            <a:fillRect/>
          </a:stretch>
        </p:blipFill>
        <p:spPr bwMode="auto">
          <a:xfrm>
            <a:off x="7623175" y="3405188"/>
            <a:ext cx="4568825" cy="345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76171-7838-386E-A504-C98A60CD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E5220E7-0A7C-B9CA-AED0-61032E5A4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88704" y="126480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4BB20-DD2B-A9BF-FD9A-466F3B2924A9}"/>
              </a:ext>
            </a:extLst>
          </p:cNvPr>
          <p:cNvSpPr txBox="1"/>
          <p:nvPr/>
        </p:nvSpPr>
        <p:spPr>
          <a:xfrm>
            <a:off x="3128838" y="316468"/>
            <a:ext cx="837868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Individual Customer Profiles</a:t>
            </a:r>
          </a:p>
          <a:p>
            <a:endParaRPr lang="en-US" sz="1500" dirty="0"/>
          </a:p>
          <a:p>
            <a:r>
              <a:rPr lang="en-US" sz="1500" dirty="0"/>
              <a:t>Designed dynamic interfaces to display personalized data for each customer including name, ID, order history, and contact info.</a:t>
            </a:r>
          </a:p>
          <a:p>
            <a:endParaRPr lang="en-US" sz="1500" dirty="0"/>
          </a:p>
          <a:p>
            <a:r>
              <a:rPr lang="en-US" sz="1500" b="1" dirty="0"/>
              <a:t>Interactive Dashboard Widgets</a:t>
            </a:r>
          </a:p>
          <a:p>
            <a:endParaRPr lang="en-US" sz="1500" dirty="0"/>
          </a:p>
          <a:p>
            <a:r>
              <a:rPr lang="en-US" sz="1500" dirty="0"/>
              <a:t>Implemented real-time widgets showing active orders, pending requests, notifications, and part status with responsive UI elements.</a:t>
            </a:r>
          </a:p>
          <a:p>
            <a:endParaRPr lang="en-US" sz="1500" dirty="0"/>
          </a:p>
          <a:p>
            <a:r>
              <a:rPr lang="en-US" sz="1500" b="1" dirty="0"/>
              <a:t>Search and Filter Capabilities</a:t>
            </a:r>
          </a:p>
          <a:p>
            <a:endParaRPr lang="en-US" sz="1500" dirty="0"/>
          </a:p>
          <a:p>
            <a:r>
              <a:rPr lang="en-US" sz="1500" dirty="0"/>
              <a:t>Developed advanced search bar and filters allowing users to quickly find parts, orders, or issues specific to a customer.</a:t>
            </a:r>
          </a:p>
          <a:p>
            <a:endParaRPr lang="en-US" sz="1500" dirty="0"/>
          </a:p>
          <a:p>
            <a:r>
              <a:rPr lang="en-US" sz="1500" b="1" dirty="0"/>
              <a:t>Role-Based Access Views</a:t>
            </a:r>
          </a:p>
          <a:p>
            <a:endParaRPr lang="en-US" sz="1500" dirty="0"/>
          </a:p>
          <a:p>
            <a:r>
              <a:rPr lang="en-US" sz="1500" dirty="0"/>
              <a:t>Created custom layouts and permissions for different user roles (Admin, Technician, Customer), ensuring tailored access and display.</a:t>
            </a:r>
          </a:p>
          <a:p>
            <a:endParaRPr lang="en-US" sz="1500" dirty="0"/>
          </a:p>
          <a:p>
            <a:r>
              <a:rPr lang="en-US" sz="1500" b="1" dirty="0"/>
              <a:t>Responsive and Mobile-Friendly UI</a:t>
            </a:r>
          </a:p>
          <a:p>
            <a:endParaRPr lang="en-US" sz="1500" dirty="0"/>
          </a:p>
          <a:p>
            <a:r>
              <a:rPr lang="en-US" sz="1500" dirty="0"/>
              <a:t>Built the dashboard using modern front-end frameworks (e.g., React/Bootstrap) to ensure smooth user experience across all devices.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04631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AF42-8538-B260-B857-4BA525A0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4F4B-221B-CFF4-DCB9-72BE25499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pPr algn="ctr"/>
            <a:r>
              <a:rPr lang="en-US" sz="3600" dirty="0"/>
              <a:t>Multimeter-Controlled ECU </a:t>
            </a:r>
            <a:r>
              <a:rPr lang="en-US" dirty="0"/>
              <a:t>Passive Testing</a:t>
            </a:r>
            <a:r>
              <a:rPr lang="en-US" sz="3600" dirty="0"/>
              <a:t> System</a:t>
            </a:r>
          </a:p>
        </p:txBody>
      </p:sp>
      <p:pic>
        <p:nvPicPr>
          <p:cNvPr id="9220" name="Picture 4" descr="How To Test A Relay With A Multimeter? - ElectronicsHub">
            <a:extLst>
              <a:ext uri="{FF2B5EF4-FFF2-40B4-BE49-F238E27FC236}">
                <a16:creationId xmlns:a16="http://schemas.microsoft.com/office/drawing/2014/main" id="{1C464981-D83F-40AF-3B8E-2356B5178D26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0" r="29350" b="16230"/>
          <a:stretch/>
        </p:blipFill>
        <p:spPr bwMode="auto">
          <a:xfrm>
            <a:off x="443345" y="473353"/>
            <a:ext cx="4344695" cy="532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007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793FF4-F76A-2E0B-193D-1F50A559CDC2}"/>
              </a:ext>
            </a:extLst>
          </p:cNvPr>
          <p:cNvSpPr txBox="1"/>
          <p:nvPr/>
        </p:nvSpPr>
        <p:spPr>
          <a:xfrm>
            <a:off x="1908313" y="596348"/>
            <a:ext cx="971053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Automated Relay Switching via Controller</a:t>
            </a:r>
          </a:p>
          <a:p>
            <a:endParaRPr lang="en-US" sz="1500" dirty="0"/>
          </a:p>
          <a:p>
            <a:r>
              <a:rPr lang="en-US" sz="1500" dirty="0"/>
              <a:t>Developed a system where the controller dynamically switches 102 relays per ECU based on pin status, eliminating manual intervention.</a:t>
            </a:r>
          </a:p>
          <a:p>
            <a:endParaRPr lang="en-US" sz="1500" dirty="0"/>
          </a:p>
          <a:p>
            <a:r>
              <a:rPr lang="en-US" sz="1500" b="1" dirty="0"/>
              <a:t>Real-Time Multimeter Integration</a:t>
            </a:r>
          </a:p>
          <a:p>
            <a:endParaRPr lang="en-US" sz="1500" dirty="0"/>
          </a:p>
          <a:p>
            <a:r>
              <a:rPr lang="en-US" sz="1500" dirty="0"/>
              <a:t>Integrated multimeter readings (voltage, current, continuity) with the controller logic to verify signal integrity before triggering relays.</a:t>
            </a:r>
          </a:p>
          <a:p>
            <a:endParaRPr lang="en-US" sz="1500" dirty="0"/>
          </a:p>
          <a:p>
            <a:r>
              <a:rPr lang="en-US" sz="1500" b="1" dirty="0"/>
              <a:t>Pin-to-Relay Mapping Logic</a:t>
            </a:r>
          </a:p>
          <a:p>
            <a:endParaRPr lang="en-US" sz="1500" dirty="0"/>
          </a:p>
          <a:p>
            <a:r>
              <a:rPr lang="en-US" sz="1500" dirty="0"/>
              <a:t>Designed software architecture that maps each ECU pin to its respective relay with status tracking for real-time diagnostics and feedback.</a:t>
            </a:r>
          </a:p>
          <a:p>
            <a:endParaRPr lang="en-US" sz="1500" dirty="0"/>
          </a:p>
          <a:p>
            <a:r>
              <a:rPr lang="en-US" sz="1500" b="1" dirty="0"/>
              <a:t>Fault Detection and Isolation</a:t>
            </a:r>
          </a:p>
          <a:p>
            <a:endParaRPr lang="en-US" sz="1500" dirty="0"/>
          </a:p>
          <a:p>
            <a:r>
              <a:rPr lang="en-US" sz="1500" dirty="0"/>
              <a:t>Implemented error-checking routines to detect anomalies (e.g., overcurrent, missing voltage) and isolate faulty relays or pins automatically.</a:t>
            </a:r>
          </a:p>
          <a:p>
            <a:endParaRPr lang="en-US" sz="1500" dirty="0"/>
          </a:p>
          <a:p>
            <a:r>
              <a:rPr lang="en-US" sz="1500" b="1" dirty="0"/>
              <a:t>Modular &amp; Scalable Design</a:t>
            </a:r>
          </a:p>
          <a:p>
            <a:endParaRPr lang="en-US" sz="1500" dirty="0"/>
          </a:p>
          <a:p>
            <a:r>
              <a:rPr lang="en-US" sz="1500" dirty="0"/>
              <a:t>System designed to support multiple ECUs and scalable up to hundreds of relays, with easy configuration through a centralized control interface.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614"/>
            <a:ext cx="10511627" cy="1012785"/>
          </a:xfrm>
        </p:spPr>
        <p:txBody>
          <a:bodyPr/>
          <a:lstStyle/>
          <a:p>
            <a:r>
              <a:rPr lang="en-US" dirty="0"/>
              <a:t>Progress REPORT [30</a:t>
            </a:r>
            <a:r>
              <a:rPr lang="en-US" baseline="30000" dirty="0"/>
              <a:t>TH</a:t>
            </a:r>
            <a:r>
              <a:rPr lang="en-US" dirty="0"/>
              <a:t> MAY 2025]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32823080"/>
              </p:ext>
            </p:extLst>
          </p:nvPr>
        </p:nvGraphicFramePr>
        <p:xfrm>
          <a:off x="915191" y="2213281"/>
          <a:ext cx="10510836" cy="460653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Automated inventory Shelf Tracking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Smart Shelf Based Inventory Monitoring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Development of UBAT Interface and Alternate Chamber 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Digital Spare Part Inventory Management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Customer Scorecard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Multimeter-Controlled ECU Passive Testing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Percentage (%)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100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100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2357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Malhar Kulkarni(Intern QZ LAB)</a:t>
            </a:r>
          </a:p>
          <a:p>
            <a:r>
              <a:rPr lang="en-US" dirty="0"/>
              <a:t>8792207579</a:t>
            </a:r>
          </a:p>
          <a:p>
            <a:r>
              <a:rPr lang="en-US" dirty="0"/>
              <a:t>malharskulkarni20@gmail.com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{0CB38832-ABCD-47CB-94DC-761E850F75D1}tf78438558_win32</Template>
  <TotalTime>122</TotalTime>
  <Words>1071</Words>
  <Application>Microsoft Office PowerPoint</Application>
  <PresentationFormat>Widescreen</PresentationFormat>
  <Paragraphs>201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Sabon Next LT</vt:lpstr>
      <vt:lpstr>Custom</vt:lpstr>
      <vt:lpstr>INTERNSHIP  PROJECTS</vt:lpstr>
      <vt:lpstr>PROJECTS</vt:lpstr>
      <vt:lpstr>Automated inventory Shelf Tracking System                  &amp; Smart Shelf Based Inventory Monitoring System </vt:lpstr>
      <vt:lpstr>PowerPoint Presentation</vt:lpstr>
      <vt:lpstr>Development of UBAT Interface and Alternate Chamber Contact</vt:lpstr>
      <vt:lpstr>PowerPoint Presentation</vt:lpstr>
      <vt:lpstr>Digital Spare Part Inventory Management System</vt:lpstr>
      <vt:lpstr>PowerPoint Presentation</vt:lpstr>
      <vt:lpstr>Customer Scorecard Dashboard</vt:lpstr>
      <vt:lpstr>PowerPoint Presentation</vt:lpstr>
      <vt:lpstr>Multimeter-Controlled ECU Passive Testing System</vt:lpstr>
      <vt:lpstr>PowerPoint Presentation</vt:lpstr>
      <vt:lpstr>Progress REPORT [30TH MAY 2025]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01fe21bee016</dc:creator>
  <cp:lastModifiedBy>01fe21bee016</cp:lastModifiedBy>
  <cp:revision>8</cp:revision>
  <dcterms:created xsi:type="dcterms:W3CDTF">2025-05-01T05:52:07Z</dcterms:created>
  <dcterms:modified xsi:type="dcterms:W3CDTF">2025-05-28T09:53:35Z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